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A059-7D3D-EA27-97DC-AEC2FBE95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104A6-08BC-EDED-8160-83A28B158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67887-EFF0-3445-C599-813ABCE7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62640-071D-47F3-8A48-1CD398613B8C}" type="datetimeFigureOut">
              <a:rPr lang="en-ID" smtClean="0"/>
              <a:t>03/09/2024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54B24-1015-4DD6-EDF4-6BFB4BFAF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0EB3-259C-3C1D-CE76-038EC381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7C93-5E6B-42FE-B040-217C747F85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402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D567-1A9C-C97F-22AF-96820028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EC05C-260F-B253-9969-F70FA96FF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B860D-F428-B0B9-96EF-5031755E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62640-071D-47F3-8A48-1CD398613B8C}" type="datetimeFigureOut">
              <a:rPr lang="en-ID" smtClean="0"/>
              <a:t>03/09/2024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00A53-6834-8921-107D-149D47DAE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BA559-689D-A7DB-55F0-DA908C87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7C93-5E6B-42FE-B040-217C747F85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427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1AAA-6B27-C78D-E51D-9466BF698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950EB-4B46-EF62-866D-6B8E7C064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13A2D-3F59-DEE4-D500-D0DF6199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62640-071D-47F3-8A48-1CD398613B8C}" type="datetimeFigureOut">
              <a:rPr lang="en-ID" smtClean="0"/>
              <a:t>03/09/2024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AD8FB-BFB0-A2E8-5E50-94DADA52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04DA6-358B-8214-261E-431667AB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7C93-5E6B-42FE-B040-217C747F85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3299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99F1-F61C-1E21-8D87-E14A9E14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9C545-27C8-7F36-D10E-24FC862E0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7A864-4E58-3EA4-556A-CDC98CBAA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8B410-9947-A609-015D-A7442F80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62640-071D-47F3-8A48-1CD398613B8C}" type="datetimeFigureOut">
              <a:rPr lang="en-ID" smtClean="0"/>
              <a:t>03/09/2024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33F86-BE28-23A0-E502-E3CB292D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0C3C-0EDE-6F4C-66ED-81120A46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7C93-5E6B-42FE-B040-217C747F85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890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9D598-B9BB-4D75-1220-4DAC39F9B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0A785-8BCF-9513-C8EF-08071C5C2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12597-50C0-5455-269C-8DB8F5A54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3BFF34-6DF5-6CB0-F55E-BC4DDD88C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90DA8-068B-069C-C6A0-068C2E599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C67D97-CA63-ED2C-28A9-EA5CFCB6F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62640-071D-47F3-8A48-1CD398613B8C}" type="datetimeFigureOut">
              <a:rPr lang="en-ID" smtClean="0"/>
              <a:t>03/09/2024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04FF71-9D78-2B03-DF44-20A449DB3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CBA354-7ABE-7E25-9F75-2815735C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7C93-5E6B-42FE-B040-217C747F85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462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294E-A77B-C6D4-AD8E-CFB021C7A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D7D37-8331-22AE-D524-1AEE3DD3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62640-071D-47F3-8A48-1CD398613B8C}" type="datetimeFigureOut">
              <a:rPr lang="en-ID" smtClean="0"/>
              <a:t>03/09/2024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ED669-D7E0-5BF3-3933-4C5E6D522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E37A2-1E77-FD17-5363-0D511AA4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7C93-5E6B-42FE-B040-217C747F85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0023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382A5-AB71-9BA8-5F27-6F092F240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62640-071D-47F3-8A48-1CD398613B8C}" type="datetimeFigureOut">
              <a:rPr lang="en-ID" smtClean="0"/>
              <a:t>03/09/2024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41EC4F-D4E2-B547-3EAC-AE026B0E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3A524-FD4B-FCB7-6815-CF966A96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7C93-5E6B-42FE-B040-217C747F85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425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87B5-D2EE-4F03-7952-C06B562B1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45DD4-3CC3-D7A5-B14B-4E5811C23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23D7F-3C71-20E6-9FE7-129C62A2A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62BF5-38D0-6EB9-D04E-8B4D164A0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62640-071D-47F3-8A48-1CD398613B8C}" type="datetimeFigureOut">
              <a:rPr lang="en-ID" smtClean="0"/>
              <a:t>03/09/2024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82306-B3B7-A40F-11C7-F2C0BD3B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77882-6A10-B06D-EB9B-2AF5A0EF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7C93-5E6B-42FE-B040-217C747F85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1150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A4CD5-C500-2806-86BF-DD372BF1A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604AF-52AD-8446-58EE-8C4BF6A9B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0C380-77FE-D342-0DC4-D1F3D56CA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1BC02-0B93-2CB3-24E3-04A6D95A0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62640-071D-47F3-8A48-1CD398613B8C}" type="datetimeFigureOut">
              <a:rPr lang="en-ID" smtClean="0"/>
              <a:t>03/09/2024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84379-4F64-8410-1CEF-1DCA89DCB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30969-C56A-E546-F2A6-CA75304A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7C93-5E6B-42FE-B040-217C747F85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0845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AED9-F264-F5A8-284B-B2461F9F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8D301-A1D8-5614-6565-0948AB26E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39A32-0A90-98DC-0879-96415396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62640-071D-47F3-8A48-1CD398613B8C}" type="datetimeFigureOut">
              <a:rPr lang="en-ID" smtClean="0"/>
              <a:t>03/09/2024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7F998-EB39-6057-BA92-2EBE5A0D4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8641D-033E-0730-48EF-A5026E9C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7C93-5E6B-42FE-B040-217C747F85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7673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BC5771-2F34-1B9F-55FA-52D19FE9E3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6B729-2455-BC75-3249-E45316098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E9A23-F0E4-F87D-9926-A3DCED62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62640-071D-47F3-8A48-1CD398613B8C}" type="datetimeFigureOut">
              <a:rPr lang="en-ID" smtClean="0"/>
              <a:t>03/09/2024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49A3B-E32F-DBED-9C38-7E909DB3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1C4E4-400D-8B9F-B445-012C71EB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7C93-5E6B-42FE-B040-217C747F85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686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BC39E-9A68-4DAA-C924-75286B55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694FB-5ABC-D818-C5A7-92579F251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91BCF-6D61-1BC1-AF73-4E485AD92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62640-071D-47F3-8A48-1CD398613B8C}" type="datetimeFigureOut">
              <a:rPr lang="en-ID" smtClean="0"/>
              <a:t>03/09/2024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2F571-9A95-94DD-171A-4EC18BD7D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07138-7870-F172-AE1F-9127E2735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17C93-5E6B-42FE-B040-217C747F85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339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442B1-F82C-CD92-10E1-37BA32784D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B9273-3C6E-DDED-9D71-EDA79373D0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826B3-CB4B-A38C-5F08-318E44B3BA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57" r="3968" b="15855"/>
          <a:stretch/>
        </p:blipFill>
        <p:spPr>
          <a:xfrm>
            <a:off x="68062" y="313402"/>
            <a:ext cx="12055876" cy="623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93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2024-09-03T00:59:17Z</dcterms:created>
  <dcterms:modified xsi:type="dcterms:W3CDTF">2024-09-03T01:02:00Z</dcterms:modified>
</cp:coreProperties>
</file>